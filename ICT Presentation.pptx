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1" r:id="rId1"/>
  </p:sldMasterIdLst>
  <p:notesMasterIdLst>
    <p:notesMasterId r:id="rId14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57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635"/>
    <a:srgbClr val="9EFF29"/>
    <a:srgbClr val="C80064"/>
    <a:srgbClr val="C33A1F"/>
    <a:srgbClr val="0000CC"/>
    <a:srgbClr val="FF2549"/>
    <a:srgbClr val="007033"/>
    <a:srgbClr val="D6370C"/>
    <a:srgbClr val="1D3A00"/>
    <a:srgbClr val="FF85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BE881-A34C-409A-A5D2-1B3C1E420A83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9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47010-6D59-45C2-82DD-547A15BFAFE5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44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0880-F31A-41FB-B5D6-DB7C17753045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7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0734-D214-49DB-9EC4-CAA946B2E1CF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171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FEE13-7D19-4458-99DA-9F242FA564F6}" type="datetime1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84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650F8-685E-4953-9D45-47CDE73DECDA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5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BA99-7B12-4414-90D6-7101D5D5BDF9}" type="datetime1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67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7DFBF-304E-4F7D-BDD4-179843F6BCBA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99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5A68-66A0-40D3-AF9F-CD981997B5E8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83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4CF97-FE2C-4923-ADE6-9130BAB53C5D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535663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4CF97-FE2C-4923-ADE6-9130BAB53C5D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0760104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4CF97-FE2C-4923-ADE6-9130BAB53C5D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08393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4CF97-FE2C-4923-ADE6-9130BAB53C5D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9299342"/>
      </p:ext>
    </p:extLst>
  </p:cSld>
  <p:clrMapOvr>
    <a:masterClrMapping/>
  </p:clrMapOvr>
  <p:hf sldNum="0"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4CF97-FE2C-4923-ADE6-9130BAB53C5D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67976"/>
      </p:ext>
    </p:extLst>
  </p:cSld>
  <p:clrMapOvr>
    <a:masterClrMapping/>
  </p:clrMapOvr>
  <p:hf sldNum="0"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6ED71-EB9F-471E-B924-B243DF31D060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6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6F6B-0442-4BA2-8950-4E0153FA77CF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167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4CF97-FE2C-4923-ADE6-9130BAB53C5D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4280449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sldNum="0" hdr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" y="1368398"/>
            <a:ext cx="7505700" cy="2091082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	</a:t>
            </a:r>
            <a:r>
              <a:rPr lang="en-US" sz="4400" dirty="0" smtClean="0">
                <a:latin typeface="Bodoni MT Black" panose="02070A03080606020203" pitchFamily="18" charset="0"/>
              </a:rPr>
              <a:t>PESON TRADER ONLINE </a:t>
            </a:r>
            <a:r>
              <a:rPr lang="en-US" sz="4400" dirty="0" smtClean="0">
                <a:latin typeface="Bodoni MT Black" panose="02070A030806060202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RIDING</a:t>
            </a:r>
            <a:r>
              <a:rPr lang="en-US" sz="4400" dirty="0" smtClean="0">
                <a:latin typeface="Bodoni MT Black" panose="02070A03080606020203" pitchFamily="18" charset="0"/>
              </a:rPr>
              <a:t> Gear store</a:t>
            </a:r>
            <a:endParaRPr lang="en-US" sz="2800" dirty="0">
              <a:latin typeface="Bodoni MT Black" panose="02070A030806060202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" y="3806798"/>
            <a:ext cx="2857500" cy="12071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1900" b="1" dirty="0"/>
              <a:t>Presented </a:t>
            </a:r>
            <a:r>
              <a:rPr lang="en-US" sz="1900" b="1" dirty="0" smtClean="0"/>
              <a:t>By:</a:t>
            </a:r>
          </a:p>
          <a:p>
            <a:pPr marL="285750" indent="-285750" algn="l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dirty="0" smtClean="0"/>
              <a:t>MUHAMMAD FAYYASH ALI</a:t>
            </a:r>
          </a:p>
          <a:p>
            <a:pPr marL="285750" indent="-285750" algn="l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dirty="0" smtClean="0"/>
              <a:t>MUBEEN ARSHAD</a:t>
            </a:r>
          </a:p>
          <a:p>
            <a:pPr marL="285750" indent="-285750" algn="l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dirty="0" smtClean="0"/>
              <a:t>MUZAMMAL </a:t>
            </a:r>
            <a:r>
              <a:rPr lang="en-US" dirty="0"/>
              <a:t>A</a:t>
            </a:r>
            <a:r>
              <a:rPr lang="en-US" dirty="0" smtClean="0"/>
              <a:t>RSHAD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03EB0E5-17CB-6CD0-46D5-65A9A72CC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98" y="313398"/>
            <a:ext cx="5564372" cy="763526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Contents:</a:t>
            </a:r>
            <a:endParaRPr lang="en-US" sz="3600" b="1" dirty="0">
              <a:solidFill>
                <a:schemeClr val="tx1"/>
              </a:solidFill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76201-F51D-48BB-D5A5-E28AD32805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60046" y="4873922"/>
            <a:ext cx="683954" cy="273844"/>
          </a:xfrm>
        </p:spPr>
        <p:txBody>
          <a:bodyPr/>
          <a:lstStyle/>
          <a:p>
            <a:fld id="{6F75284F-DD4C-48B5-B438-5CF4B3807BDA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4C158B-C2BC-E932-F196-D23DF68EE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5053686"/>
            <a:ext cx="1084579" cy="88086"/>
          </a:xfrm>
        </p:spPr>
        <p:txBody>
          <a:bodyPr/>
          <a:lstStyle/>
          <a:p>
            <a:r>
              <a:rPr lang="en-US" dirty="0"/>
              <a:t>Software Engineering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90F9588-766F-564A-58F4-6A387930F162}"/>
              </a:ext>
            </a:extLst>
          </p:cNvPr>
          <p:cNvSpPr txBox="1">
            <a:spLocks/>
          </p:cNvSpPr>
          <p:nvPr/>
        </p:nvSpPr>
        <p:spPr>
          <a:xfrm>
            <a:off x="542289" y="950607"/>
            <a:ext cx="5943600" cy="34658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/>
          </a:p>
          <a:p>
            <a:r>
              <a:rPr lang="en-US" sz="19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19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 &amp; Analysis</a:t>
            </a:r>
          </a:p>
          <a:p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Specification</a:t>
            </a:r>
          </a:p>
          <a:p>
            <a:pPr lvl="1"/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 lvl="1"/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  <a:p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 &amp; Design</a:t>
            </a:r>
          </a:p>
          <a:p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Development Modules/Output</a:t>
            </a:r>
          </a:p>
          <a:p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Testing</a:t>
            </a:r>
          </a:p>
          <a:p>
            <a:r>
              <a:rPr lang="en-US" sz="19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19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20982-B0EE-50C3-303E-80FD042F4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457200"/>
            <a:ext cx="2280919" cy="556260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Introduction:</a:t>
            </a:r>
            <a:endParaRPr lang="en-US" b="1" dirty="0">
              <a:solidFill>
                <a:schemeClr val="tx1"/>
              </a:solidFill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FE14C-B870-D130-6E60-C5774B6F7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581" y="1314072"/>
            <a:ext cx="6692899" cy="3059807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cs typeface="Times New Roman" panose="02020603050405020304" pitchFamily="18" charset="0"/>
              </a:rPr>
              <a:t>PESONTRADER (MAS Zone) is an online e-commerce website developed to promote and sell premium leather jackets and riding gear. The platform allows customers to explore </a:t>
            </a:r>
            <a:r>
              <a:rPr lang="en-US" sz="1800" dirty="0" smtClean="0">
                <a:cs typeface="Times New Roman" panose="02020603050405020304" pitchFamily="18" charset="0"/>
              </a:rPr>
              <a:t>high quality </a:t>
            </a:r>
            <a:r>
              <a:rPr lang="en-US" sz="1800" dirty="0">
                <a:cs typeface="Times New Roman" panose="02020603050405020304" pitchFamily="18" charset="0"/>
              </a:rPr>
              <a:t>leather products with detailed descriptions, pricing, and purchase options</a:t>
            </a:r>
            <a:r>
              <a:rPr lang="en-US" sz="1800" dirty="0" smtClean="0">
                <a:cs typeface="Times New Roman" panose="02020603050405020304" pitchFamily="18" charset="0"/>
              </a:rPr>
              <a:t>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800" dirty="0" smtClean="0"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cs typeface="Times New Roman" panose="02020603050405020304" pitchFamily="18" charset="0"/>
              </a:rPr>
              <a:t>The main purpose of this project is to create a simple and attractive website where customers can see products easily and contact the brand through social media.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27A51-1E44-5713-3BE7-F607DB20A6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60046" y="4873922"/>
            <a:ext cx="683954" cy="273844"/>
          </a:xfrm>
        </p:spPr>
        <p:txBody>
          <a:bodyPr/>
          <a:lstStyle/>
          <a:p>
            <a:fld id="{A05D1CDB-2034-41C8-A10A-FF8DF58DA009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0D5E6-0164-762C-0E70-65701A2B4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5017391"/>
            <a:ext cx="1038859" cy="130375"/>
          </a:xfrm>
        </p:spPr>
        <p:txBody>
          <a:bodyPr/>
          <a:lstStyle/>
          <a:p>
            <a:r>
              <a:rPr lang="en-US" dirty="0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49020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1310A-85F9-5B40-2B19-046B12B63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457200"/>
            <a:ext cx="3462019" cy="60198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Problem </a:t>
            </a:r>
            <a:r>
              <a:rPr lang="en-US" b="1" dirty="0" smtClean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Statement:</a:t>
            </a:r>
            <a:endParaRPr lang="en-US" b="1" dirty="0">
              <a:solidFill>
                <a:schemeClr val="tx1"/>
              </a:solidFill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53FD5-9D82-A59E-FCFB-DF3B2F504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921" y="1059180"/>
            <a:ext cx="6647179" cy="3233758"/>
          </a:xfrm>
        </p:spPr>
        <p:txBody>
          <a:bodyPr>
            <a:normAutofit/>
          </a:bodyPr>
          <a:lstStyle/>
          <a:p>
            <a:r>
              <a:rPr lang="en-US" sz="2000" dirty="0"/>
              <a:t>Many small businesses do not have a proper website to show their products. Customers also face difficulty in finding </a:t>
            </a:r>
            <a:r>
              <a:rPr lang="en-US" sz="2000" dirty="0" smtClean="0"/>
              <a:t>good-quality </a:t>
            </a:r>
            <a:r>
              <a:rPr lang="en-US" sz="2000" dirty="0"/>
              <a:t>leather jackets online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 smtClean="0"/>
              <a:t>Problems:</a:t>
            </a:r>
          </a:p>
          <a:p>
            <a:pPr marL="342900" lvl="1" indent="0">
              <a:buNone/>
            </a:pPr>
            <a:r>
              <a:rPr lang="en-US" sz="1850" dirty="0" smtClean="0"/>
              <a:t>No </a:t>
            </a:r>
            <a:r>
              <a:rPr lang="en-US" sz="1850" dirty="0"/>
              <a:t>proper online display </a:t>
            </a:r>
            <a:r>
              <a:rPr lang="en-US" sz="1850" dirty="0" smtClean="0"/>
              <a:t>of the product. Customers cannot easily see prices and details. Limited </a:t>
            </a:r>
            <a:r>
              <a:rPr lang="en-US" sz="1850" dirty="0"/>
              <a:t>promotion of </a:t>
            </a:r>
            <a:r>
              <a:rPr lang="en-US" sz="1850" dirty="0" smtClean="0"/>
              <a:t>products. This </a:t>
            </a:r>
            <a:r>
              <a:rPr lang="en-US" sz="1850" dirty="0"/>
              <a:t>website solves these problems by showing products clearly with images and prices.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55616-DC54-59A1-C7DE-CB16225B8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D1CDB-2034-41C8-A10A-FF8DF58DA009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94DA7-0865-7347-C771-99358676A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Software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857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B7039-3CCD-3256-128D-45B176724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781" y="447903"/>
            <a:ext cx="6447501" cy="746760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Project </a:t>
            </a:r>
            <a:r>
              <a:rPr lang="en-US" sz="4000" b="1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Planning &amp; Analysis</a:t>
            </a: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nap ITC" panose="04040A07060A020202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924A6-B604-5739-1D20-1F9B3A1F8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781" y="1338148"/>
            <a:ext cx="7226299" cy="344424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Identified </a:t>
            </a:r>
            <a:r>
              <a:rPr lang="en-US" sz="2000" dirty="0"/>
              <a:t>the target audience (leather jacket buyers).Defined website structure (Home page, Post page, Product section).Designed </a:t>
            </a:r>
            <a:r>
              <a:rPr lang="en-US" sz="2000" dirty="0" smtClean="0"/>
              <a:t>a user friendly layout. Planned </a:t>
            </a:r>
            <a:r>
              <a:rPr lang="en-US" sz="2000" dirty="0"/>
              <a:t>responsive </a:t>
            </a:r>
            <a:r>
              <a:rPr lang="en-US" sz="2000" dirty="0" smtClean="0"/>
              <a:t>design.</a:t>
            </a:r>
          </a:p>
          <a:p>
            <a:r>
              <a:rPr lang="en-US" sz="2000" dirty="0" smtClean="0"/>
              <a:t>Analysis </a:t>
            </a:r>
            <a:r>
              <a:rPr lang="en-US" sz="2000" dirty="0"/>
              <a:t>Phase</a:t>
            </a:r>
            <a:r>
              <a:rPr lang="en-US" sz="2000" dirty="0" smtClean="0"/>
              <a:t>:</a:t>
            </a:r>
          </a:p>
          <a:p>
            <a:pPr marL="342900" lvl="1" indent="0">
              <a:buNone/>
            </a:pPr>
            <a:r>
              <a:rPr lang="en-US" sz="1850" dirty="0"/>
              <a:t>	</a:t>
            </a:r>
            <a:r>
              <a:rPr lang="en-US" sz="1850" dirty="0" smtClean="0"/>
              <a:t>Analyzed </a:t>
            </a:r>
            <a:r>
              <a:rPr lang="en-US" sz="1850" dirty="0"/>
              <a:t>competitor websites</a:t>
            </a:r>
            <a:r>
              <a:rPr lang="en-US" sz="1850" dirty="0" smtClean="0"/>
              <a:t>. </a:t>
            </a:r>
            <a:endParaRPr lang="en-US" sz="1850" dirty="0" smtClean="0"/>
          </a:p>
          <a:p>
            <a:r>
              <a:rPr lang="en-US" sz="2000" dirty="0" smtClean="0"/>
              <a:t>Identified </a:t>
            </a:r>
            <a:r>
              <a:rPr lang="en-US" sz="2000" dirty="0"/>
              <a:t>required </a:t>
            </a:r>
            <a:r>
              <a:rPr lang="en-US" sz="2000" dirty="0" smtClean="0"/>
              <a:t>features:</a:t>
            </a:r>
          </a:p>
          <a:p>
            <a:pPr marL="342900" lvl="1" indent="0">
              <a:buNone/>
            </a:pPr>
            <a:r>
              <a:rPr lang="en-US" sz="1850" dirty="0" smtClean="0"/>
              <a:t>	Product cards, Pricing section, Buy </a:t>
            </a:r>
            <a:r>
              <a:rPr lang="en-US" sz="1850" dirty="0"/>
              <a:t>Now </a:t>
            </a:r>
            <a:r>
              <a:rPr lang="en-US" sz="1850" dirty="0" smtClean="0"/>
              <a:t>option, Navigation menu, Social </a:t>
            </a:r>
            <a:r>
              <a:rPr lang="en-US" sz="1850" dirty="0"/>
              <a:t>media </a:t>
            </a:r>
            <a:r>
              <a:rPr lang="en-US" sz="1850" dirty="0" smtClean="0"/>
              <a:t>links, Selected </a:t>
            </a:r>
            <a:r>
              <a:rPr lang="en-US" sz="1850" dirty="0"/>
              <a:t>technologies (HTML, CSS).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05EC6-5718-E3E0-54E3-BB7AAF12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60046" y="4869656"/>
            <a:ext cx="683954" cy="273844"/>
          </a:xfrm>
        </p:spPr>
        <p:txBody>
          <a:bodyPr/>
          <a:lstStyle/>
          <a:p>
            <a:fld id="{A05D1CDB-2034-41C8-A10A-FF8DF58DA009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729CA-71F1-6E7F-3E65-29CAF770D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986834"/>
            <a:ext cx="1084579" cy="149046"/>
          </a:xfrm>
        </p:spPr>
        <p:txBody>
          <a:bodyPr/>
          <a:lstStyle/>
          <a:p>
            <a:r>
              <a:rPr lang="en-US" dirty="0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36498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EC6A2-FB57-77EB-4D39-226F9EC37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844" y="251460"/>
            <a:ext cx="6795516" cy="1569720"/>
          </a:xfrm>
        </p:spPr>
        <p:txBody>
          <a:bodyPr>
            <a:normAutofit fontScale="90000"/>
          </a:bodyPr>
          <a:lstStyle/>
          <a:p>
            <a:pPr lvl="1" algn="l" defTabSz="685800" rtl="0">
              <a:lnSpc>
                <a:spcPct val="90000"/>
              </a:lnSpc>
              <a:spcBef>
                <a:spcPct val="0"/>
              </a:spcBef>
            </a:pPr>
            <a:r>
              <a:rPr lang="en-US" sz="4400" b="1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Requirement </a:t>
            </a:r>
            <a:r>
              <a:rPr lang="en-US" sz="4400" b="1" dirty="0" smtClean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Specification</a:t>
            </a:r>
            <a:br>
              <a:rPr lang="en-US" sz="4400" b="1" dirty="0" smtClean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</a:br>
            <a:r>
              <a:rPr lang="en-US" sz="4400" b="1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/>
            </a:r>
            <a:br>
              <a:rPr lang="en-US" sz="4400" b="1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</a:br>
            <a:r>
              <a:rPr lang="en-US" sz="2700" b="1" dirty="0" smtClean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Functional Requirements:</a:t>
            </a:r>
            <a:r>
              <a:rPr lang="en-US" sz="19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9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 smtClean="0">
                <a:solidFill>
                  <a:schemeClr val="tx1"/>
                </a:solidFill>
                <a:latin typeface="Snap ITC" panose="04040A07060A02020202" pitchFamily="82" charset="0"/>
                <a:cs typeface="Times New Roman" panose="02020603050405020304" pitchFamily="18" charset="0"/>
              </a:rPr>
              <a:t/>
            </a:r>
            <a:br>
              <a:rPr lang="en-US" sz="4400" b="1" dirty="0" smtClean="0">
                <a:solidFill>
                  <a:schemeClr val="tx1"/>
                </a:solidFill>
                <a:latin typeface="Snap ITC" panose="04040A07060A02020202" pitchFamily="82" charset="0"/>
                <a:cs typeface="Times New Roman" panose="02020603050405020304" pitchFamily="18" charset="0"/>
              </a:rPr>
            </a:b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tx1"/>
              </a:solidFill>
              <a:latin typeface="Snap ITC" panose="04040A07060A020202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2FA01-1340-0294-D063-FD652126B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844" y="1531620"/>
            <a:ext cx="6870954" cy="2518410"/>
          </a:xfrm>
        </p:spPr>
        <p:txBody>
          <a:bodyPr>
            <a:normAutofit lnSpcReduction="10000"/>
          </a:bodyPr>
          <a:lstStyle/>
          <a:p>
            <a:endParaRPr lang="en-US" sz="2000" dirty="0" smtClean="0"/>
          </a:p>
          <a:p>
            <a:r>
              <a:rPr lang="en-US" sz="2000" dirty="0" smtClean="0"/>
              <a:t>Display homepage with brand introduction. Show featured products with images. Display product name, description, and price. Provide a  "Buy Now" button for each product. Allow navigation between Home and Post page. Show social media icons (Instagram, WhatsApp, Facebook). Display footer with privacy policy and contact links</a:t>
            </a: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02184-4A9F-1742-9AA0-BB1CACB86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D1CDB-2034-41C8-A10A-FF8DF58DA009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8DBE1-7BE9-8D0A-A264-310967EA8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375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A8CDE-8612-27F3-9900-52763C1CB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806" y="393954"/>
            <a:ext cx="6055614" cy="611886"/>
          </a:xfrm>
        </p:spPr>
        <p:txBody>
          <a:bodyPr>
            <a:normAutofit fontScale="90000"/>
          </a:bodyPr>
          <a:lstStyle/>
          <a:p>
            <a:pPr lvl="1"/>
            <a:r>
              <a:rPr lang="en-US" sz="3200" b="1" dirty="0" smtClean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Non-</a:t>
            </a:r>
            <a:r>
              <a:rPr lang="en-US" sz="3200" b="1" dirty="0" smtClean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Functional Requirements:</a:t>
            </a:r>
            <a:endParaRPr lang="en-US" sz="3200" b="1" dirty="0">
              <a:solidFill>
                <a:schemeClr val="tx1"/>
              </a:solidFill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792C8-08CA-0F04-CF88-74B8FD803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446" y="1005840"/>
            <a:ext cx="7543800" cy="2929890"/>
          </a:xfrm>
        </p:spPr>
        <p:txBody>
          <a:bodyPr>
            <a:normAutofit/>
          </a:bodyPr>
          <a:lstStyle/>
          <a:p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dirty="0"/>
              <a:t>website must be responsive</a:t>
            </a:r>
            <a:r>
              <a:rPr lang="en-US" sz="2000" dirty="0" smtClean="0"/>
              <a:t>. Fast </a:t>
            </a:r>
            <a:r>
              <a:rPr lang="en-US" sz="2000" dirty="0"/>
              <a:t>loading speed</a:t>
            </a:r>
            <a:r>
              <a:rPr lang="en-US" sz="2000" dirty="0" smtClean="0"/>
              <a:t>. User-friendly </a:t>
            </a:r>
            <a:r>
              <a:rPr lang="en-US" sz="2000" dirty="0"/>
              <a:t>interface</a:t>
            </a:r>
            <a:r>
              <a:rPr lang="en-US" sz="2000" dirty="0" smtClean="0"/>
              <a:t>. Attractive </a:t>
            </a:r>
            <a:r>
              <a:rPr lang="en-US" sz="2000" dirty="0"/>
              <a:t>and modern design</a:t>
            </a:r>
            <a:r>
              <a:rPr lang="en-US" sz="2000" dirty="0" smtClean="0"/>
              <a:t>. Compatible </a:t>
            </a:r>
            <a:r>
              <a:rPr lang="en-US" sz="2000" dirty="0"/>
              <a:t>with major browsers (Chrome, Edge).Secure and error-free navigation.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D9D54-88F7-2CE2-50CE-45F5B8D0AC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60046" y="4869656"/>
            <a:ext cx="683954" cy="273844"/>
          </a:xfrm>
        </p:spPr>
        <p:txBody>
          <a:bodyPr/>
          <a:lstStyle/>
          <a:p>
            <a:fld id="{A05D1CDB-2034-41C8-A10A-FF8DF58DA009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47E5D-67C4-CA97-2836-B3C969EC8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5024934"/>
            <a:ext cx="1168399" cy="118566"/>
          </a:xfrm>
        </p:spPr>
        <p:txBody>
          <a:bodyPr/>
          <a:lstStyle/>
          <a:p>
            <a:r>
              <a:rPr lang="en-US"/>
              <a:t>Software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93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30B8-CB92-2992-EAA3-F77C977DB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708660"/>
            <a:ext cx="5767764" cy="870796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Software </a:t>
            </a:r>
            <a:r>
              <a:rPr lang="en-US" sz="3100" b="1" dirty="0" smtClean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Architecture</a:t>
            </a:r>
            <a:r>
              <a:rPr lang="en-US" sz="4900" b="1" dirty="0" smtClean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100" b="1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&amp; </a:t>
            </a:r>
            <a:r>
              <a:rPr lang="en-US" sz="3100" b="1" dirty="0" smtClean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Design:</a:t>
            </a: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tx1"/>
              </a:solidFill>
              <a:latin typeface="Snap ITC" panose="04040A07060A020202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47BA0-DC06-98FA-EE99-AED31DC7E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026" y="1255184"/>
            <a:ext cx="7091934" cy="3027256"/>
          </a:xfrm>
        </p:spPr>
        <p:txBody>
          <a:bodyPr>
            <a:normAutofit/>
          </a:bodyPr>
          <a:lstStyle/>
          <a:p>
            <a:endParaRPr lang="en-US" sz="1800" dirty="0" smtClean="0"/>
          </a:p>
          <a:p>
            <a:r>
              <a:rPr lang="en-US" sz="1800" dirty="0" smtClean="0"/>
              <a:t>Architecture Type:</a:t>
            </a:r>
          </a:p>
          <a:p>
            <a:pPr marL="0" indent="0">
              <a:buNone/>
            </a:pPr>
            <a:r>
              <a:rPr lang="en-US" sz="1800" dirty="0" smtClean="0"/>
              <a:t>	Front-End </a:t>
            </a:r>
            <a:r>
              <a:rPr lang="en-US" sz="1800" dirty="0"/>
              <a:t>Web Architecture (Static Website</a:t>
            </a:r>
            <a:r>
              <a:rPr lang="en-US" sz="1800" dirty="0" smtClean="0"/>
              <a:t>).</a:t>
            </a:r>
          </a:p>
          <a:p>
            <a:r>
              <a:rPr lang="en-US" sz="1800" dirty="0" smtClean="0"/>
              <a:t>Design </a:t>
            </a:r>
            <a:r>
              <a:rPr lang="en-US" sz="1800" dirty="0"/>
              <a:t>Components</a:t>
            </a:r>
            <a:r>
              <a:rPr lang="en-US" sz="1800" dirty="0" smtClean="0"/>
              <a:t>: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Header Section Logo </a:t>
            </a:r>
            <a:r>
              <a:rPr lang="en-US" sz="1800" dirty="0"/>
              <a:t>(MAS Zone)Navigation (Home, Post)Social Media </a:t>
            </a:r>
            <a:r>
              <a:rPr lang="en-US" sz="1800" dirty="0" smtClean="0"/>
              <a:t>Icons Hero Section Brand </a:t>
            </a:r>
            <a:r>
              <a:rPr lang="en-US" sz="1800" dirty="0"/>
              <a:t>name (</a:t>
            </a:r>
            <a:r>
              <a:rPr lang="en-US" sz="1800" dirty="0" smtClean="0"/>
              <a:t>PESONTRADER) Tagline, Banner, image Product, Section Product, cards Product, image Title, Description, Price Buy Now button, Footer </a:t>
            </a:r>
            <a:r>
              <a:rPr lang="en-US" sz="1800" dirty="0" smtClean="0"/>
              <a:t>Section </a:t>
            </a:r>
            <a:r>
              <a:rPr lang="en-US" sz="1800" dirty="0" smtClean="0"/>
              <a:t>Copyright, </a:t>
            </a:r>
            <a:r>
              <a:rPr lang="en-US" sz="1800" dirty="0" smtClean="0"/>
              <a:t>Privacy </a:t>
            </a:r>
            <a:r>
              <a:rPr lang="en-US" sz="1800" dirty="0"/>
              <a:t>Policy </a:t>
            </a:r>
            <a:r>
              <a:rPr lang="en-US" sz="1800" dirty="0" smtClean="0"/>
              <a:t>Terms </a:t>
            </a:r>
            <a:r>
              <a:rPr lang="en-US" sz="1800" dirty="0"/>
              <a:t>of </a:t>
            </a:r>
            <a:r>
              <a:rPr lang="en-US" sz="1800" dirty="0" smtClean="0"/>
              <a:t>Service, Contact.</a:t>
            </a: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2EECF-3C96-1C0C-4842-A0D63CCBF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D1CDB-2034-41C8-A10A-FF8DF58DA009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CD561-0988-39F6-3594-44BA8E2B9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A6BF6-97C7-2FBB-96BA-112B577F1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226" y="246718"/>
            <a:ext cx="6447501" cy="9906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Project Development Modules/Output</a:t>
            </a:r>
            <a:endParaRPr lang="en-US" sz="3600" b="1" dirty="0">
              <a:solidFill>
                <a:schemeClr val="tx1"/>
              </a:solidFill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731AC-B291-131B-596B-C3CE529F1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226" y="1661160"/>
            <a:ext cx="7038594" cy="2987040"/>
          </a:xfrm>
        </p:spPr>
        <p:txBody>
          <a:bodyPr>
            <a:normAutofit fontScale="85000" lnSpcReduction="20000"/>
          </a:bodyPr>
          <a:lstStyle/>
          <a:p>
            <a:r>
              <a:rPr lang="en-US" sz="1800" dirty="0"/>
              <a:t>Module 1</a:t>
            </a:r>
            <a:r>
              <a:rPr lang="en-US" sz="1800" dirty="0" smtClean="0"/>
              <a:t>:</a:t>
            </a:r>
          </a:p>
          <a:p>
            <a:pPr marL="0" indent="0">
              <a:buNone/>
            </a:pPr>
            <a:r>
              <a:rPr lang="en-US" sz="1800" dirty="0" smtClean="0"/>
              <a:t>	 </a:t>
            </a:r>
            <a:r>
              <a:rPr lang="en-US" sz="1800" dirty="0"/>
              <a:t>Home </a:t>
            </a:r>
            <a:r>
              <a:rPr lang="en-US" sz="1800" dirty="0" smtClean="0"/>
              <a:t>Page Brand introduction Featured </a:t>
            </a:r>
            <a:r>
              <a:rPr lang="en-US" sz="1800" dirty="0"/>
              <a:t>leather </a:t>
            </a:r>
            <a:r>
              <a:rPr lang="en-US" sz="1800" dirty="0" smtClean="0"/>
              <a:t>jackets Clean </a:t>
            </a:r>
            <a:r>
              <a:rPr lang="en-US" sz="1800" dirty="0"/>
              <a:t>UI </a:t>
            </a:r>
            <a:r>
              <a:rPr lang="en-US" sz="1800" dirty="0" smtClean="0"/>
              <a:t>layout</a:t>
            </a:r>
          </a:p>
          <a:p>
            <a:r>
              <a:rPr lang="en-US" sz="1800" dirty="0" smtClean="0"/>
              <a:t>Module 2: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Post Page Product </a:t>
            </a:r>
            <a:r>
              <a:rPr lang="en-US" sz="1800" dirty="0"/>
              <a:t>showcase </a:t>
            </a:r>
            <a:r>
              <a:rPr lang="en-US" sz="1800" dirty="0" smtClean="0"/>
              <a:t>banner Detailed </a:t>
            </a:r>
            <a:r>
              <a:rPr lang="en-US" sz="1800" dirty="0"/>
              <a:t>brand </a:t>
            </a:r>
            <a:r>
              <a:rPr lang="en-US" sz="1800" dirty="0" smtClean="0"/>
              <a:t>display Promotional content</a:t>
            </a:r>
          </a:p>
          <a:p>
            <a:r>
              <a:rPr lang="en-US" sz="1800" dirty="0" smtClean="0"/>
              <a:t>Module 3:</a:t>
            </a:r>
          </a:p>
          <a:p>
            <a:pPr marL="0" indent="0">
              <a:buNone/>
            </a:pPr>
            <a:r>
              <a:rPr lang="en-US" sz="1800" dirty="0" smtClean="0"/>
              <a:t>	Product </a:t>
            </a:r>
            <a:r>
              <a:rPr lang="en-US" sz="1800" dirty="0"/>
              <a:t>Display </a:t>
            </a:r>
            <a:r>
              <a:rPr lang="en-US" sz="1800" dirty="0" smtClean="0"/>
              <a:t>Module Product cards Pricing structure Call-to-action button</a:t>
            </a:r>
          </a:p>
          <a:p>
            <a:r>
              <a:rPr lang="en-US" sz="1800" dirty="0" smtClean="0"/>
              <a:t>Output: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Fully </a:t>
            </a:r>
            <a:r>
              <a:rPr lang="en-US" sz="1800" dirty="0"/>
              <a:t>functional e-commerce front-end website</a:t>
            </a:r>
            <a:r>
              <a:rPr lang="en-US" sz="1800" dirty="0" smtClean="0"/>
              <a:t>. Attractive </a:t>
            </a:r>
            <a:r>
              <a:rPr lang="en-US" sz="1800" dirty="0"/>
              <a:t>leather product display system</a:t>
            </a:r>
            <a:r>
              <a:rPr lang="en-US" sz="1800" dirty="0" smtClean="0"/>
              <a:t>. Responsive </a:t>
            </a:r>
            <a:r>
              <a:rPr lang="en-US" sz="1800" dirty="0"/>
              <a:t>layout.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B6135-16AC-E6B2-9E47-7A70BBD79A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60046" y="4843442"/>
            <a:ext cx="683954" cy="273844"/>
          </a:xfrm>
        </p:spPr>
        <p:txBody>
          <a:bodyPr/>
          <a:lstStyle/>
          <a:p>
            <a:fld id="{A05D1CDB-2034-41C8-A10A-FF8DF58DA009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EE77C-1886-61AE-A1D1-8C1D07EAF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31080"/>
            <a:ext cx="1038859" cy="312420"/>
          </a:xfrm>
        </p:spPr>
        <p:txBody>
          <a:bodyPr/>
          <a:lstStyle/>
          <a:p>
            <a:r>
              <a:rPr lang="en-US"/>
              <a:t>Software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521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8A768-7437-2F33-0C96-366DCFD6D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1" y="95250"/>
            <a:ext cx="4132579" cy="71628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Software Testing</a:t>
            </a:r>
            <a:endParaRPr lang="en-US" sz="3600" b="1" dirty="0">
              <a:solidFill>
                <a:schemeClr val="tx1"/>
              </a:solidFill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FF7D2-F9D2-2914-D119-0C55C17D9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1" y="899160"/>
            <a:ext cx="6860539" cy="31746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Testing methods used</a:t>
            </a:r>
            <a:r>
              <a:rPr lang="en-US" sz="1800" dirty="0" smtClean="0"/>
              <a:t>:</a:t>
            </a:r>
          </a:p>
          <a:p>
            <a:r>
              <a:rPr lang="en-US" sz="1800" dirty="0" smtClean="0"/>
              <a:t>1</a:t>
            </a:r>
            <a:r>
              <a:rPr lang="en-US" sz="1800" dirty="0"/>
              <a:t>. Functional </a:t>
            </a:r>
            <a:r>
              <a:rPr lang="en-US" sz="1800" dirty="0" smtClean="0"/>
              <a:t>Testing:</a:t>
            </a:r>
          </a:p>
          <a:p>
            <a:pPr marL="342900" lvl="1" indent="0">
              <a:buNone/>
            </a:pPr>
            <a:r>
              <a:rPr lang="en-US" sz="2000" dirty="0" smtClean="0"/>
              <a:t>Checked </a:t>
            </a:r>
            <a:r>
              <a:rPr lang="en-US" sz="2000" dirty="0"/>
              <a:t>navigation links</a:t>
            </a:r>
            <a:r>
              <a:rPr lang="en-US" sz="2000" dirty="0" smtClean="0"/>
              <a:t>. Tested </a:t>
            </a:r>
            <a:r>
              <a:rPr lang="en-US" sz="2000" dirty="0"/>
              <a:t>Buy Now buttons</a:t>
            </a:r>
            <a:r>
              <a:rPr lang="en-US" sz="2000" dirty="0" smtClean="0"/>
              <a:t>. Verified </a:t>
            </a:r>
            <a:r>
              <a:rPr lang="en-US" sz="2000" dirty="0"/>
              <a:t>page switching</a:t>
            </a:r>
            <a:r>
              <a:rPr lang="en-US" sz="2000" dirty="0" smtClean="0"/>
              <a:t>.</a:t>
            </a:r>
          </a:p>
          <a:p>
            <a:r>
              <a:rPr lang="en-US" sz="1800" dirty="0" smtClean="0"/>
              <a:t>2</a:t>
            </a:r>
            <a:r>
              <a:rPr lang="en-US" sz="1800" dirty="0"/>
              <a:t>. UI </a:t>
            </a:r>
            <a:r>
              <a:rPr lang="en-US" sz="1800" dirty="0" smtClean="0"/>
              <a:t>Testing: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Verified </a:t>
            </a:r>
            <a:r>
              <a:rPr lang="en-US" sz="1800" dirty="0"/>
              <a:t>design alignment</a:t>
            </a:r>
            <a:r>
              <a:rPr lang="en-US" sz="1800" dirty="0" smtClean="0"/>
              <a:t>. Checked </a:t>
            </a:r>
            <a:r>
              <a:rPr lang="en-US" sz="1800" dirty="0"/>
              <a:t>responsive behavior</a:t>
            </a:r>
            <a:r>
              <a:rPr lang="en-US" sz="1800" dirty="0" smtClean="0"/>
              <a:t>. Tested </a:t>
            </a:r>
            <a:r>
              <a:rPr lang="en-US" sz="1800" dirty="0"/>
              <a:t>image display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3</a:t>
            </a:r>
            <a:r>
              <a:rPr lang="en-US" sz="1800" dirty="0"/>
              <a:t>. Browser </a:t>
            </a:r>
            <a:r>
              <a:rPr lang="en-US" sz="1800" dirty="0" smtClean="0"/>
              <a:t>Testing: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Tested </a:t>
            </a:r>
            <a:r>
              <a:rPr lang="en-US" sz="1800" dirty="0"/>
              <a:t>in Chrome and Edge</a:t>
            </a:r>
            <a:r>
              <a:rPr lang="en-US" sz="1800" dirty="0" smtClean="0"/>
              <a:t>. All </a:t>
            </a:r>
            <a:r>
              <a:rPr lang="en-US" sz="1800" dirty="0"/>
              <a:t>modules worked correctly </a:t>
            </a:r>
            <a:r>
              <a:rPr lang="en-US" sz="1800" dirty="0" smtClean="0"/>
              <a:t>without </a:t>
            </a:r>
            <a:r>
              <a:rPr lang="en-US" sz="1800" dirty="0"/>
              <a:t>major errors.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B00F7-4CD4-8CA7-4D1C-1F0E180003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60046" y="4828440"/>
            <a:ext cx="683954" cy="273844"/>
          </a:xfrm>
        </p:spPr>
        <p:txBody>
          <a:bodyPr/>
          <a:lstStyle/>
          <a:p>
            <a:fld id="{A05D1CDB-2034-41C8-A10A-FF8DF58DA009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11BCE-9D79-BA33-9F4A-667B64639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965362"/>
            <a:ext cx="1069339" cy="167640"/>
          </a:xfrm>
        </p:spPr>
        <p:txBody>
          <a:bodyPr/>
          <a:lstStyle/>
          <a:p>
            <a:r>
              <a:rPr lang="en-US"/>
              <a:t>Software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319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A1AE7-E3E9-C2FA-CED5-CF5720A94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81" y="167640"/>
            <a:ext cx="3233419" cy="769620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Conclusion</a:t>
            </a:r>
            <a:endParaRPr lang="en-US" sz="4400" b="1" dirty="0">
              <a:solidFill>
                <a:schemeClr val="tx1"/>
              </a:solidFill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22E26-1B3F-882D-19AE-1A08E3647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1" y="1003222"/>
            <a:ext cx="6746239" cy="3126818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The PESONTRADER (MAS Zone) website successfully provides a professional platform for showcasing and promoting premium leather jackets. The project demonstrates strong front-end development skills, structured design, and user-focused interface planning</a:t>
            </a:r>
            <a:r>
              <a:rPr lang="en-US" sz="1800" dirty="0" smtClean="0"/>
              <a:t>.</a:t>
            </a:r>
          </a:p>
          <a:p>
            <a:pPr marL="0" indent="0">
              <a:buNone/>
            </a:pPr>
            <a:endParaRPr lang="en-US" sz="1800" dirty="0" smtClean="0"/>
          </a:p>
          <a:p>
            <a:r>
              <a:rPr lang="en-US" sz="1800" dirty="0" smtClean="0"/>
              <a:t>This </a:t>
            </a:r>
            <a:r>
              <a:rPr lang="en-US" sz="1800" dirty="0"/>
              <a:t>project can be further enhanced by</a:t>
            </a:r>
            <a:r>
              <a:rPr lang="en-US" sz="1800" dirty="0" smtClean="0"/>
              <a:t>: Adding </a:t>
            </a:r>
            <a:r>
              <a:rPr lang="en-US" sz="1800" dirty="0"/>
              <a:t>backend (PHP / ASP.NET / Node.js)Adding database for </a:t>
            </a:r>
            <a:r>
              <a:rPr lang="en-US" sz="1800" dirty="0" smtClean="0"/>
              <a:t>orders Implementing </a:t>
            </a:r>
            <a:r>
              <a:rPr lang="en-US" sz="1800" dirty="0"/>
              <a:t>payment </a:t>
            </a:r>
            <a:r>
              <a:rPr lang="en-US" sz="1800" dirty="0" smtClean="0"/>
              <a:t>gateway User </a:t>
            </a:r>
            <a:r>
              <a:rPr lang="en-US" sz="1800" dirty="0"/>
              <a:t>login and admin </a:t>
            </a:r>
            <a:r>
              <a:rPr lang="en-US" sz="1800" dirty="0" smtClean="0"/>
              <a:t>panel. The </a:t>
            </a:r>
            <a:r>
              <a:rPr lang="en-US" sz="1800" dirty="0"/>
              <a:t>project achieved its objective of creating a modern and user-friendly e-commerce website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9F669-1AAA-38C1-418E-CD8E36D6C7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60046" y="4824848"/>
            <a:ext cx="683954" cy="273844"/>
          </a:xfrm>
        </p:spPr>
        <p:txBody>
          <a:bodyPr/>
          <a:lstStyle/>
          <a:p>
            <a:fld id="{A05D1CDB-2034-41C8-A10A-FF8DF58DA009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07E6E-4DA5-73D8-0837-E1D9076FA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31992"/>
            <a:ext cx="4723209" cy="273844"/>
          </a:xfrm>
        </p:spPr>
        <p:txBody>
          <a:bodyPr/>
          <a:lstStyle/>
          <a:p>
            <a:r>
              <a:rPr lang="en-US"/>
              <a:t>Software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719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760" y="1996440"/>
            <a:ext cx="6644640" cy="1323852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ANY QUESTION?</a:t>
            </a:r>
            <a:endParaRPr lang="en-US" dirty="0">
              <a:solidFill>
                <a:schemeClr val="tx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9FFF3-86CF-2F15-10EA-A6A6C4F2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60046" y="4847272"/>
            <a:ext cx="683954" cy="273844"/>
          </a:xfrm>
        </p:spPr>
        <p:txBody>
          <a:bodyPr/>
          <a:lstStyle/>
          <a:p>
            <a:fld id="{D54DAB3B-39FB-4C86-86F2-B55478775DC9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F8472-C140-CCDB-E573-20CF504B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69656"/>
            <a:ext cx="4723209" cy="273844"/>
          </a:xfrm>
        </p:spPr>
        <p:txBody>
          <a:bodyPr/>
          <a:lstStyle/>
          <a:p>
            <a:r>
              <a:rPr lang="en-US" dirty="0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465</Words>
  <Application>Microsoft Office PowerPoint</Application>
  <PresentationFormat>On-screen Show (16:9)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Arial</vt:lpstr>
      <vt:lpstr>Arial Black</vt:lpstr>
      <vt:lpstr>Bodoni MT Black</vt:lpstr>
      <vt:lpstr>Calibri</vt:lpstr>
      <vt:lpstr>Calibri Light</vt:lpstr>
      <vt:lpstr>Century Gothic</vt:lpstr>
      <vt:lpstr>Courier New</vt:lpstr>
      <vt:lpstr>Snap ITC</vt:lpstr>
      <vt:lpstr>Times New Roman</vt:lpstr>
      <vt:lpstr>Trebuchet MS</vt:lpstr>
      <vt:lpstr>Wingdings 3</vt:lpstr>
      <vt:lpstr>Facet</vt:lpstr>
      <vt:lpstr> PESON TRADER ONLINE RIDING Gear store</vt:lpstr>
      <vt:lpstr>Contents:</vt:lpstr>
      <vt:lpstr>Introduction:</vt:lpstr>
      <vt:lpstr>Problem Statement:</vt:lpstr>
      <vt:lpstr>Project Planning &amp; Analysis </vt:lpstr>
      <vt:lpstr>Requirement Specification  Functional Requirements:   </vt:lpstr>
      <vt:lpstr>Non-Functional Requirements:</vt:lpstr>
      <vt:lpstr>Software Architecture &amp; Design: </vt:lpstr>
      <vt:lpstr>Project Development Modules/Output</vt:lpstr>
      <vt:lpstr>Software Testing</vt:lpstr>
      <vt:lpstr>Conclusion</vt:lpstr>
      <vt:lpstr>ANY QUESTION?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2026-02-24T18:43:15Z</dcterms:modified>
</cp:coreProperties>
</file>